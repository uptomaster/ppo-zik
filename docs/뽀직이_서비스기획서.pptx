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98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7C4B2A">
              <a:alpha val="25000"/>
            </a:srgbClr>
          </a:solidFill>
          <a:ln w="12700">
            <a:solidFill>
              <a:srgbClr val="7C4B2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2860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서비스 기획서 v1.0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kern="0" spc="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뽀직이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7C4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Ppojiki  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4B8A0"/>
                </a:solidFill>
              </a:rPr>
              <a:t>변기에 앉는 순간부터 건강을 지키는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4B8A0"/>
                </a:solidFill>
              </a:rPr>
              <a:t>화장실 습관 관리 서비스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3840480" cy="36576"/>
          </a:xfrm>
          <a:prstGeom prst="rect">
            <a:avLst/>
          </a:prstGeom>
          <a:solidFill>
            <a:srgbClr val="7C4B2A">
              <a:alpha val="60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대상: 개발자 · 디자이너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버전: 1.0.0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작성: PM </a:t>
            </a:r>
            <a:r>
              <a:rPr lang="ko-KR" altLang="en-US" sz="1200" dirty="0" err="1">
                <a:solidFill>
                  <a:srgbClr val="94A3B8"/>
                </a:solidFill>
              </a:rPr>
              <a:t>이남혁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4B2A">
              <a:alpha val="35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⏱️  타이머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914400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4B2A">
              <a:alpha val="35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💩  변 기록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664208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4B2A">
              <a:alpha val="35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6420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📅  달력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1664208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4B2A">
              <a:alpha val="35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6420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📊  통계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414016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4B2A">
              <a:alpha val="35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4140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🚨  경고 알림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26680" y="2414016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4B2A">
              <a:alpha val="35000"/>
            </a:srgbClr>
          </a:solidFill>
          <a:ln w="12700">
            <a:solidFill>
              <a:srgbClr val="7C4B2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4140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💡  건강팁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정의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- Why We Exist</a:t>
            </a:r>
            <a:r>
              <a:rPr lang="ko-KR" alt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91440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751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성인이 화장실에서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스마트폰 사용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88720"/>
            <a:ext cx="9144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98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5분+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06040" y="19751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평균 변기 착석 시간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(권장은 3분 이하)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88720"/>
            <a:ext cx="91440" cy="1554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98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3배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54880" y="19751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장시간 착석 시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치질 발병 위험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188720"/>
            <a:ext cx="91440" cy="1554480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98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4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500만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03720" y="19751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국내 치질 환자 수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B18"/>
                </a:solidFill>
              </a:rPr>
              <a:t>(잠재 타겟)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907792"/>
            <a:ext cx="8503920" cy="1572768"/>
          </a:xfrm>
          <a:prstGeom prst="rect">
            <a:avLst/>
          </a:prstGeom>
          <a:solidFill>
            <a:srgbClr val="FFF0E0"/>
          </a:solidFill>
          <a:ln w="12700">
            <a:solidFill>
              <a:srgbClr val="F0D0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07792"/>
            <a:ext cx="91440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718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💡  핵심 인사이트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1B18"/>
                </a:solidFill>
              </a:rPr>
              <a:t>사람들은 화장실 시간이 길어질수록 건강에 해롭다는 사실을 알면서도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1B18"/>
                </a:solidFill>
              </a:rPr>
              <a:t>스마트폰에 집중하느라 인지하지 못합니다. </a:t>
            </a:r>
            <a:r>
              <a:rPr lang="en-US" sz="1350" b="1" dirty="0">
                <a:solidFill>
                  <a:srgbClr val="7C4B2A"/>
                </a:solidFill>
              </a:rPr>
              <a:t>실시간 피드백과 귀여운 캐릭터로 행동 변화를 유도하는 것이 핵심입니다.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솔루션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개요 · What We Build</a:t>
            </a:r>
            <a:r>
              <a:rPr lang="en-US" altLang="ko-KR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✅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🚽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1463040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4B2A"/>
                </a:solidFill>
              </a:rPr>
              <a:t>착석 감지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버튼 탭으로 타이머 시작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실시간 경과 시간 표시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C4B2A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063240" y="109728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💩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474720" y="1901952"/>
            <a:ext cx="1463040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4B2A"/>
                </a:solidFill>
              </a:rPr>
              <a:t>상태 변화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캐릭터가 시간에 따라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건강 상태 시각적 표현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C4B2A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760720" y="1097280"/>
            <a:ext cx="228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🚨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6172200" y="1901952"/>
            <a:ext cx="1463040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4B2A"/>
                </a:solidFill>
              </a:rPr>
              <a:t>경고 &amp; 기록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3·5·7분 경고 알림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변 상태·색상 기록 저장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2606040" cy="1280160"/>
          </a:xfrm>
          <a:prstGeom prst="rect">
            <a:avLst/>
          </a:prstGeom>
          <a:solidFill>
            <a:srgbClr val="FFF5EC"/>
          </a:solidFill>
          <a:ln w="12700">
            <a:solidFill>
              <a:srgbClr val="F0D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B2A"/>
                </a:solidFill>
              </a:rPr>
              <a:t>🎮  게임화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귀여운 캐릭터로 행동 변화 유도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3547872"/>
            <a:ext cx="2606040" cy="1280160"/>
          </a:xfrm>
          <a:prstGeom prst="rect">
            <a:avLst/>
          </a:prstGeom>
          <a:solidFill>
            <a:srgbClr val="FFF5EC"/>
          </a:solidFill>
          <a:ln w="12700">
            <a:solidFill>
              <a:srgbClr val="F0D8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B2A"/>
                </a:solidFill>
              </a:rPr>
              <a:t>📊  데이터화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37560" y="4005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배변 패턴 장기 추적 및 분석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547872"/>
            <a:ext cx="2606040" cy="1280160"/>
          </a:xfrm>
          <a:prstGeom prst="rect">
            <a:avLst/>
          </a:prstGeom>
          <a:solidFill>
            <a:srgbClr val="FFF5EC"/>
          </a:solidFill>
          <a:ln w="12700">
            <a:solidFill>
              <a:srgbClr val="F0D8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B2A"/>
                </a:solidFill>
              </a:rPr>
              <a:t>❤️  건강화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40050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B18"/>
                </a:solidFill>
              </a:rPr>
              <a:t>의학적 근거 기반 실시간 가이드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18"/>
          </a:solidFill>
          <a:ln w="12700">
            <a:solidFill>
              <a:srgbClr val="1E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유저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플로우 · User Flow</a:t>
            </a:r>
            <a:r>
              <a:rPr lang="en-US" altLang="ko-KR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🗺️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22960" cy="822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앱 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15568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45336" y="1097280"/>
            <a:ext cx="822960" cy="822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5336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08176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착석 버튼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40864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70632" y="1097280"/>
            <a:ext cx="822960" cy="8229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33472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타이머 시작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995928" y="109728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5928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58768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3분 경고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91456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221224" y="109728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1224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84064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5분 위험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16752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46520" y="1097280"/>
            <a:ext cx="822960" cy="822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종료 버튼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42048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671816" y="1097280"/>
            <a:ext cx="822960" cy="822960"/>
          </a:xfrm>
          <a:prstGeom prst="ellipse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71816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34656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1B18"/>
                </a:solidFill>
              </a:rPr>
              <a:t>기록 저장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시간 구간별 위험도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2852928"/>
            <a:ext cx="24231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18"/>
                </a:solidFill>
              </a:rPr>
              <a:t>정상 구간 (0~2분)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2852928"/>
            <a:ext cx="123444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18"/>
                </a:solidFill>
              </a:rPr>
              <a:t>주의 (2~3분)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77640" y="2852928"/>
            <a:ext cx="1225296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77640" y="32735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18"/>
                </a:solidFill>
              </a:rPr>
              <a:t>경고 (3~5분)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02936" y="2852928"/>
            <a:ext cx="36576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02936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18"/>
                </a:solidFill>
              </a:rPr>
              <a:t>위험 (5분+)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B2A"/>
                </a:solidFill>
              </a:rPr>
              <a:t>기록 저장 후 연결되는 화면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0965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18"/>
                </a:solidFill>
              </a:rPr>
              <a:t>📅 달력 — 날짜별 기록 확인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291840" y="40965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18"/>
                </a:solidFill>
              </a:rPr>
              <a:t>📊 통계 — 평균·브리스톨 분포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126480" y="40965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18"/>
                </a:solidFill>
              </a:rPr>
              <a:t>💡 건강팁 — 맞춤 가이드 표시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기능 명세 · Feature Spec</a:t>
            </a:r>
            <a:r>
              <a:rPr lang="en-US" altLang="ko-KR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⚙️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60520" cy="45720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⏱️  실시간 타이머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착석 버튼 → 1초 단위 카운트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6단계 색상 전환 (초록 → 빨강)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진행바 시각화 (0~7분 기준)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화면 배경색 위험도 연동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97280"/>
            <a:ext cx="416052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52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💩  뽀직이 캐릭터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18120" y="118872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SVG 기반 커스텀 캐릭터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18888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6단계 표정 변화 (😊→💀)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18888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땀·스팀·흔들림 애니메이션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어두운 배경 전환 (7분+)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17520"/>
            <a:ext cx="4160520" cy="457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072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🚨  경고 시스템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429000" y="310896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" y="3529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3분: 항문 압력 경고 배너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9768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5분: 치질 위험 강조 알림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9768" y="4151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7분: 긴급 위험 최고 단계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9768" y="4462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경고 후 5초 자동 사라짐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17520"/>
            <a:ext cx="4160520" cy="457200"/>
          </a:xfrm>
          <a:prstGeom prst="rect">
            <a:avLst/>
          </a:prstGeom>
          <a:solidFill>
            <a:srgbClr val="7C4B2A">
              <a:alpha val="12000"/>
            </a:srgbClr>
          </a:solidFill>
          <a:ln w="12700">
            <a:solidFill>
              <a:srgbClr val="7C4B2A">
                <a:alpha val="1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072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4B2A"/>
                </a:solidFill>
              </a:rPr>
              <a:t>💾  기록 &amp; 통계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818120" y="310896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529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4B2A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브리스톨 척도 7단계 선택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18888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4B2A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변 색상 6종 기록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18888" y="4151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4B2A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달력 뷰 — 날짜별 기록 표시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18888" y="4462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4B2A"/>
                </a:solidFill>
              </a:rPr>
              <a:t>▪  </a:t>
            </a:r>
            <a:r>
              <a:rPr lang="en-US" sz="1150" dirty="0">
                <a:solidFill>
                  <a:srgbClr val="1E1B18"/>
                </a:solidFill>
              </a:rPr>
              <a:t>7일 바 차트 + 분포 그래프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캐릭터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디자인 가이드 · For Designers</a:t>
            </a:r>
            <a:r>
              <a:rPr lang="en-US" altLang="ko-KR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🎨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731520" cy="347472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시간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051560"/>
            <a:ext cx="640080" cy="347472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051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이모지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1051560"/>
            <a:ext cx="914400" cy="347472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051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상태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371600" cy="347472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바디 컬러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1051560"/>
            <a:ext cx="2834640" cy="347472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이펙트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399032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9903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18"/>
                </a:solidFill>
              </a:rPr>
              <a:t>0초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139903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13990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18"/>
                </a:solidFill>
              </a:rPr>
              <a:t>쾌적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1490472"/>
            <a:ext cx="292608" cy="292608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39903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#6bcb77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13990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기본 미소, 땀 없음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892808"/>
            <a:ext cx="6492240" cy="475488"/>
          </a:xfrm>
          <a:prstGeom prst="rect">
            <a:avLst/>
          </a:prstGeom>
          <a:solidFill>
            <a:srgbClr val="FFF5EE"/>
          </a:solidFill>
          <a:ln w="12700">
            <a:solidFill>
              <a:srgbClr val="EEE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8928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18"/>
                </a:solidFill>
              </a:rPr>
              <a:t>1분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18928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🙂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18928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18"/>
                </a:solidFill>
              </a:rPr>
              <a:t>괜찮음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1984248"/>
            <a:ext cx="292608" cy="292608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189280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#a8e063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18928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가벼운 미소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3865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8658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18"/>
                </a:solidFill>
              </a:rPr>
              <a:t>2분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23865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91640" y="23865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18"/>
                </a:solidFill>
              </a:rPr>
              <a:t>주의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97480" y="2478024"/>
            <a:ext cx="292608" cy="292608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38658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#ffd93d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7640" y="23865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무표정, 땀 1방울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880360"/>
            <a:ext cx="6492240" cy="475488"/>
          </a:xfrm>
          <a:prstGeom prst="rect">
            <a:avLst/>
          </a:prstGeom>
          <a:solidFill>
            <a:srgbClr val="FFF5EE"/>
          </a:solidFill>
          <a:ln w="12700">
            <a:solidFill>
              <a:srgbClr val="EEE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8803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18"/>
                </a:solidFill>
              </a:rPr>
              <a:t>3분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28803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😰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691640" y="28803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18"/>
                </a:solidFill>
              </a:rPr>
              <a:t>위험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2971800"/>
            <a:ext cx="292608" cy="29260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28803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#ff9a3c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77640" y="28803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걱정 눈썹, 땀 2방울, 스팀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374136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37413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18"/>
                </a:solidFill>
              </a:rPr>
              <a:t>5분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" y="33741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😱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691640" y="33741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18"/>
                </a:solidFill>
              </a:rPr>
              <a:t>치질경고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97480" y="3465576"/>
            <a:ext cx="292608" cy="292608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37413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#ff4d4d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77640" y="33741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공포표정, 땀 3방울, 흔들림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3867912"/>
            <a:ext cx="6492240" cy="475488"/>
          </a:xfrm>
          <a:prstGeom prst="rect">
            <a:avLst/>
          </a:prstGeom>
          <a:solidFill>
            <a:srgbClr val="FFF5EE"/>
          </a:solidFill>
          <a:ln w="12700">
            <a:solidFill>
              <a:srgbClr val="EEE0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86791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B18"/>
                </a:solidFill>
              </a:rPr>
              <a:t>7분+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51560" y="38679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💀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691640" y="38679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18"/>
                </a:solidFill>
              </a:rPr>
              <a:t>매우위험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97480" y="3959352"/>
            <a:ext cx="292608" cy="292608"/>
          </a:xfrm>
          <a:prstGeom prst="ellipse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86791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#7b0000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977640" y="38679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해골눈, 모든 이펙트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949440" y="1051560"/>
            <a:ext cx="1874520" cy="3886200"/>
          </a:xfrm>
          <a:prstGeom prst="rect">
            <a:avLst/>
          </a:prstGeom>
          <a:solidFill>
            <a:srgbClr val="FFF0E0"/>
          </a:solidFill>
          <a:ln w="12700">
            <a:solidFill>
              <a:srgbClr val="F0D0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516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B2A"/>
                </a:solidFill>
              </a:rPr>
              <a:t>🎬 애니메이션 스펙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95160" y="1508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</a:rPr>
              <a:t>bob
</a:t>
            </a:r>
            <a:r>
              <a:rPr lang="en-US" sz="1100" dirty="0">
                <a:solidFill>
                  <a:srgbClr val="1E1B18"/>
                </a:solidFill>
              </a:rPr>
              <a:t>2.2s ease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18"/>
                </a:solidFill>
              </a:rPr>
              <a:t>상하 ±7px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95160" y="218541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</a:rPr>
              <a:t>shake
</a:t>
            </a:r>
            <a:r>
              <a:rPr lang="en-US" sz="1100" dirty="0">
                <a:solidFill>
                  <a:srgbClr val="1E1B18"/>
                </a:solidFill>
              </a:rPr>
              <a:t>.25s linear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18"/>
                </a:solidFill>
              </a:rPr>
              <a:t>±5deg 회전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95160" y="28620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</a:rPr>
              <a:t>sweat
</a:t>
            </a:r>
            <a:r>
              <a:rPr lang="en-US" sz="1100" dirty="0">
                <a:solidFill>
                  <a:srgbClr val="1E1B18"/>
                </a:solidFill>
              </a:rPr>
              <a:t>1.4s ease-in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18"/>
                </a:solidFill>
              </a:rPr>
              <a:t>아래로 낙하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995160" y="35387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</a:rPr>
              <a:t>steam
</a:t>
            </a:r>
            <a:r>
              <a:rPr lang="en-US" sz="1100" dirty="0">
                <a:solidFill>
                  <a:srgbClr val="1E1B18"/>
                </a:solidFill>
              </a:rPr>
              <a:t>1.2s ease-out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18"/>
                </a:solidFill>
              </a:rPr>
              <a:t>위로 상승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95160" y="421538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</a:rPr>
              <a:t>glow
</a:t>
            </a:r>
            <a:r>
              <a:rPr lang="en-US" sz="1100" dirty="0">
                <a:solidFill>
                  <a:srgbClr val="1E1B18"/>
                </a:solidFill>
              </a:rPr>
              <a:t>2s ease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18"/>
                </a:solidFill>
              </a:rPr>
              <a:t>명암 반복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18"/>
          </a:solidFill>
          <a:ln w="12700">
            <a:solidFill>
              <a:srgbClr val="1E1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 기술 스택 ·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3931920" cy="45720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🚀  MVP (현재)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언어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HTML5 / CSS3 / Vanilla 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프레임워크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없음 (Zero Dependency)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상태관리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414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DOM 직접 조작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애니메이션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CSS Keyframes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캐릭터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182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SVG Inline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데이터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566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Memory (세션 내)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50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B2A"/>
                </a:solidFill>
              </a:rPr>
              <a:t>배포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정적 파일 단일 HTML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1097280"/>
            <a:ext cx="4389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1097280"/>
            <a:ext cx="4389120" cy="45720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1155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📱  V2 앱 전환 (로드맵)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1645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React Native / Expo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20299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상태관리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Zustand / Context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24140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DB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4140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SQLite (로컬) → Supabase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7980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알림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27980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Expo Notifications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1821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182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App Store / Google Play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566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분석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52160" y="3566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Amplitude / Mixpanel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9502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백엔드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3950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18"/>
                </a:solidFill>
              </a:rPr>
              <a:t>Node.js + Fastify (옵션)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FF0E0"/>
          </a:solidFill>
          <a:ln w="12700">
            <a:solidFill>
              <a:srgbClr val="F0D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4B2A"/>
                </a:solidFill>
              </a:rPr>
              <a:t>💡  MVP는 단일 HTML 파일로 설치 없이 즉시 테스트 가능. 데이터는 세션 메모리에 보관 (새로고침 시 초기화)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 화면 구성 · Screen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078992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B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078992"/>
            <a:ext cx="192024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78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🚽 타이머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헤더 (앱명 + 오늘 횟수)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뽀직이 캐릭터 (160×160)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타이머 디지털 디스플레이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진행바 (초록→빨강 그라데이션)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944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건강 팁 카드 (6초 자동전환)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착석/종료 CTA 버튼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6393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마지막 기록 미니카드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1078992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B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78992"/>
            <a:ext cx="1920240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078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월 네비게이션 (← 년월 →)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요일 헤더 7열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날짜 그리드 7×N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기록 있음: 초록 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2944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위험기록: 빨간 셀 + ⚠️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오늘: 노란 강조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45152" y="1078992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B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1078992"/>
            <a:ext cx="1920240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1078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통계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요약 카드 2×2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∙ 총 세션 / 평균 시간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8032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∙ 위험 횟수 / 최다 타입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7일 바 차트 (색상 위험도)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2944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브리스톨 분포 가로 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21424" y="1078992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0B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21424" y="1078992"/>
            <a:ext cx="1920240" cy="420624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1078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건강팁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12864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섹션 타이틀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12864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18"/>
                </a:solidFill>
              </a:rPr>
              <a:t>· 팁 카드 리스트 (6개)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04304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∙ 화장실 시간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04304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∙ 수분 섭취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04304" y="2944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∙ 식이섬유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04304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∙ 운동 / 스마트폰 / 전문의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466344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🚽 타이머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32304" y="466344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📅 달력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66344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📊 통계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11696" y="466344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💡 건강팁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5029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← 공통 하단 네비게이션 바 (Fixed Bottom Tab)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🗓️  개발 로드맵 ·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659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350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MVP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</a:rPr>
              <a:t>Week 1~2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029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HTML 단일 파일 구현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타이머 + 캐릭터 기본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31638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경고 시스템 (3단계)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" y="37307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기록 저장 (세션)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96312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097280"/>
            <a:ext cx="19659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1155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96312" y="13350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강화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16352" y="166420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1664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</a:rPr>
              <a:t>Week 3~4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2029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97316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브리스톨 척도 UI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06040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97316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달력 뷰 완성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06040" y="31638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97316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통계 차트 구현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06040" y="37307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97316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건강팁 콘텐츠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72584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1097280"/>
            <a:ext cx="19659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1155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Phase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72584" y="13350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앱 전환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92624" y="166420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664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</a:rPr>
              <a:t>Week 5~6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82312" y="2029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F4444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React Native 포팅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82312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F4444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로컬 DB 연동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82312" y="31638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F4444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푸시 알림 구현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82312" y="37307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F4444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App Store 등록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48856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0D0"/>
            </a:solidFill>
            <a:prstDash val="solid"/>
          </a:ln>
          <a:effectLst>
            <a:outerShdw blurRad="101600" dist="38100" dir="8100000" algn="bl" rotWithShape="0">
              <a:srgbClr val="7C4B2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1097280"/>
            <a:ext cx="1965960" cy="502920"/>
          </a:xfrm>
          <a:prstGeom prst="rect">
            <a:avLst/>
          </a:prstGeom>
          <a:solidFill>
            <a:srgbClr val="7C4B2A"/>
          </a:solidFill>
          <a:ln w="12700">
            <a:solidFill>
              <a:srgbClr val="7C4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11155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Phase 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48856" y="13350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성장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68896" y="166420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7C4B2A">
              <a:alpha val="20000"/>
            </a:srgbClr>
          </a:solidFill>
          <a:ln w="12700">
            <a:solidFill>
              <a:srgbClr val="7C4B2A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68896" y="1664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4B2A"/>
                </a:solidFill>
              </a:rPr>
              <a:t>Week 7~8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58584" y="2029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C4B2A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소셜 공유 기능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58584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C4B2A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AI 건강 리포트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958584" y="316382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C4B2A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구독 모델 도입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58584" y="37307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C4B2A"/>
                </a:solidFill>
              </a:rPr>
              <a:t>✓  </a:t>
            </a:r>
            <a:r>
              <a:rPr lang="en-US" sz="1150" dirty="0">
                <a:solidFill>
                  <a:srgbClr val="1E1B18"/>
                </a:solidFill>
              </a:rPr>
              <a:t>B2B 헬스케어 연동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249424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425696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601968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F0D0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4B2A"/>
                </a:solidFill>
              </a:rPr>
              <a:t>🎯  목표 KPI:  Phase 1 — 기능 완성    |    Phase 3 — MAU 1만    |    Phase 4 — 구독 전환율 5%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7C4B2A">
              <a:alpha val="20000"/>
            </a:srgbClr>
          </a:solidFill>
          <a:ln w="12700">
            <a:solidFill>
              <a:srgbClr val="7C4B2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48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💩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뽀직이와 함께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건강한 화장실 습관을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something that matters. 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7C4B2A">
              <a:alpha val="45000"/>
            </a:srgbClr>
          </a:solidFill>
          <a:ln w="12700">
            <a:solidFill>
              <a:srgbClr val="7C4B2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160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🛠️ 개발팀 → 기술스택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41605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7C4B2A">
              <a:alpha val="45000"/>
            </a:srgbClr>
          </a:solidFill>
          <a:ln w="12700">
            <a:solidFill>
              <a:srgbClr val="7C4B2A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4160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🎨 디자인팀 → 캐릭터 가이드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41605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7C4B2A">
              <a:alpha val="45000"/>
            </a:srgbClr>
          </a:solidFill>
          <a:ln w="12700">
            <a:solidFill>
              <a:srgbClr val="7C4B2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4160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📋 PM → 로드맵 착수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040"/>
                </a:solidFill>
              </a:rPr>
              <a:t>기획서 v1.0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972</Words>
  <Application>Microsoft Office PowerPoint</Application>
  <PresentationFormat>화면 슬라이드 쇼(16:9)</PresentationFormat>
  <Paragraphs>273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뽀직이 서비스 기획서</dc:title>
  <dc:subject>PptxGenJS Presentation</dc:subject>
  <dc:creator>PptxGenJS</dc:creator>
  <cp:lastModifiedBy>Nam Hyuk Lee</cp:lastModifiedBy>
  <cp:revision>2</cp:revision>
  <dcterms:created xsi:type="dcterms:W3CDTF">2026-03-11T04:27:18Z</dcterms:created>
  <dcterms:modified xsi:type="dcterms:W3CDTF">2026-03-11T06:56:10Z</dcterms:modified>
</cp:coreProperties>
</file>